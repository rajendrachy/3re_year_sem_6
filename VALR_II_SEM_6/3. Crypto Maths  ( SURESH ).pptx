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66" r:id="rId13"/>
    <p:sldId id="267" r:id="rId14"/>
    <p:sldId id="288" r:id="rId15"/>
    <p:sldId id="268" r:id="rId16"/>
    <p:sldId id="289" r:id="rId17"/>
    <p:sldId id="269" r:id="rId18"/>
    <p:sldId id="290" r:id="rId19"/>
    <p:sldId id="270" r:id="rId20"/>
    <p:sldId id="291" r:id="rId21"/>
    <p:sldId id="271" r:id="rId22"/>
    <p:sldId id="292" r:id="rId23"/>
    <p:sldId id="272" r:id="rId24"/>
    <p:sldId id="293" r:id="rId25"/>
    <p:sldId id="273" r:id="rId26"/>
    <p:sldId id="294" r:id="rId27"/>
    <p:sldId id="274" r:id="rId28"/>
    <p:sldId id="295" r:id="rId29"/>
    <p:sldId id="275" r:id="rId30"/>
    <p:sldId id="296" r:id="rId31"/>
    <p:sldId id="276" r:id="rId32"/>
    <p:sldId id="297" r:id="rId33"/>
    <p:sldId id="277" r:id="rId34"/>
    <p:sldId id="298" r:id="rId35"/>
    <p:sldId id="278" r:id="rId36"/>
    <p:sldId id="299" r:id="rId37"/>
    <p:sldId id="279" r:id="rId38"/>
    <p:sldId id="300" r:id="rId39"/>
    <p:sldId id="280" r:id="rId40"/>
    <p:sldId id="301" r:id="rId41"/>
    <p:sldId id="281" r:id="rId42"/>
    <p:sldId id="302" r:id="rId43"/>
    <p:sldId id="282" r:id="rId44"/>
    <p:sldId id="303" r:id="rId45"/>
    <p:sldId id="304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39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03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820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489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551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7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04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0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71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7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A3198-6726-4435-8733-628756732137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1D682-9D13-4003-932B-2E567B6567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19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2027264"/>
            <a:ext cx="117387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5400" b="1" dirty="0">
              <a:solidFill>
                <a:srgbClr val="FF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54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</a:t>
            </a:r>
          </a:p>
        </p:txBody>
      </p:sp>
    </p:spTree>
    <p:extLst>
      <p:ext uri="{BB962C8B-B14F-4D97-AF65-F5344CB8AC3E}">
        <p14:creationId xmlns:p14="http://schemas.microsoft.com/office/powerpoint/2010/main" val="230175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points to remember while solving the Questions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Each letter or symbol represents only one digit throughout the problem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When letter are replaced by their digits, the resultant arithmetical operation must be correct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 numerical base, unless specifically stated, is 10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Numbers must not begin with a zero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There must be only one solution to the problem, unless specifically stated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wil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use 0-9 digits unless given specifically</a:t>
            </a:r>
          </a:p>
        </p:txBody>
      </p:sp>
    </p:spTree>
    <p:extLst>
      <p:ext uri="{BB962C8B-B14F-4D97-AF65-F5344CB8AC3E}">
        <p14:creationId xmlns:p14="http://schemas.microsoft.com/office/powerpoint/2010/main" val="130462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Search for “0” and “9” in addition or subtractions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good hint to find zero or 9 is to look for columns containing two or three identical letters.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Look at these additions: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* * * A	   * * * B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+ * * * A	+ * * * A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------------	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* * * A	   * * * B</a:t>
            </a:r>
          </a:p>
        </p:txBody>
      </p:sp>
    </p:spTree>
    <p:extLst>
      <p:ext uri="{BB962C8B-B14F-4D97-AF65-F5344CB8AC3E}">
        <p14:creationId xmlns:p14="http://schemas.microsoft.com/office/powerpoint/2010/main" val="2066428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* A * *		   * B * *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+ * A * * 		+ * A * *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-------------        --------------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   * A * * 		   * B * *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these cases, we may have A=zero or A=9. It depends whether or not “carry 1” is received from the previous column.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other words, the “9” mimics zero every time it gets a carry over of “1”.</a:t>
            </a:r>
          </a:p>
        </p:txBody>
      </p:sp>
    </p:spTree>
    <p:extLst>
      <p:ext uri="{BB962C8B-B14F-4D97-AF65-F5344CB8AC3E}">
        <p14:creationId xmlns:p14="http://schemas.microsoft.com/office/powerpoint/2010/main" val="3756681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* A * *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+  * A * *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-------------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M * A * *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Value of M?</a:t>
            </a:r>
          </a:p>
        </p:txBody>
      </p:sp>
    </p:spTree>
    <p:extLst>
      <p:ext uri="{BB962C8B-B14F-4D97-AF65-F5344CB8AC3E}">
        <p14:creationId xmlns:p14="http://schemas.microsoft.com/office/powerpoint/2010/main" val="670347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A B C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	×     E				Value of C 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-------------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   F C E</a:t>
            </a:r>
          </a:p>
        </p:txBody>
      </p:sp>
    </p:spTree>
    <p:extLst>
      <p:ext uri="{BB962C8B-B14F-4D97-AF65-F5344CB8AC3E}">
        <p14:creationId xmlns:p14="http://schemas.microsoft.com/office/powerpoint/2010/main" val="3152801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number multiplied by “1” is the number itself. Also, any even number multiplied by “6” is the number itself: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3 × 0 = 0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6 × 0 = 0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	2 × 5 = 5(+30)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9 × 5 = 5(+40)</a:t>
            </a:r>
          </a:p>
        </p:txBody>
      </p:sp>
    </p:spTree>
    <p:extLst>
      <p:ext uri="{BB962C8B-B14F-4D97-AF65-F5344CB8AC3E}">
        <p14:creationId xmlns:p14="http://schemas.microsoft.com/office/powerpoint/2010/main" val="1192314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 :-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If AA + BB = CBC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 A, B, C?</a:t>
            </a:r>
          </a:p>
        </p:txBody>
      </p:sp>
    </p:spTree>
    <p:extLst>
      <p:ext uri="{BB962C8B-B14F-4D97-AF65-F5344CB8AC3E}">
        <p14:creationId xmlns:p14="http://schemas.microsoft.com/office/powerpoint/2010/main" val="2530085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 :-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If A + BB + CCC + DDDD = 1995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 A, B, C, D?</a:t>
            </a:r>
          </a:p>
        </p:txBody>
      </p:sp>
    </p:spTree>
    <p:extLst>
      <p:ext uri="{BB962C8B-B14F-4D97-AF65-F5344CB8AC3E}">
        <p14:creationId xmlns:p14="http://schemas.microsoft.com/office/powerpoint/2010/main" val="162441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BE × BE = MOB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M=1, B=4, E=8, O=9</a:t>
            </a: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M=6, B=1, E=9, O=6</a:t>
            </a: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M=2, B=4, E=8, O=9</a:t>
            </a: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M=3, B=1, E=9, O=6</a:t>
            </a:r>
          </a:p>
        </p:txBody>
      </p:sp>
    </p:spTree>
    <p:extLst>
      <p:ext uri="{BB962C8B-B14F-4D97-AF65-F5344CB8AC3E}">
        <p14:creationId xmlns:p14="http://schemas.microsoft.com/office/powerpoint/2010/main" val="3368974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BE × BE = MOB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M=1, B=4, E=8, O=9</a:t>
            </a: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M=6, B=1, E=9, O=6</a:t>
            </a:r>
          </a:p>
          <a:p>
            <a:pPr marL="514350" indent="-514350">
              <a:buAutoNum type="romanUcPeriod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M=2, B=4, E=8, O=9</a:t>
            </a:r>
          </a:p>
          <a:p>
            <a:pPr marL="514350" indent="-514350">
              <a:buAutoNum type="romanUcPeriod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M=3, B=1, E=9, O=6</a:t>
            </a:r>
          </a:p>
        </p:txBody>
      </p:sp>
    </p:spTree>
    <p:extLst>
      <p:ext uri="{BB962C8B-B14F-4D97-AF65-F5344CB8AC3E}">
        <p14:creationId xmlns:p14="http://schemas.microsoft.com/office/powerpoint/2010/main" val="86486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 :-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 × 4 = DCBA</a:t>
            </a:r>
          </a:p>
        </p:txBody>
      </p:sp>
    </p:spTree>
    <p:extLst>
      <p:ext uri="{BB962C8B-B14F-4D97-AF65-F5344CB8AC3E}">
        <p14:creationId xmlns:p14="http://schemas.microsoft.com/office/powerpoint/2010/main" val="1226821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the equation A + B + C + D + E = FG, where FG is the two digit number, whose value is 10F+G and letter A, B, C, D, E, F and G each represent different digits. If FG is as large as possible. What is the value of G?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345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 the equation A + B + C + D + E = FG, where FG is the two digit number, whose value is 10F+G and letter A, B, C, D, E, F and G each represent different digits. If FG is as large as possible. What is the value of G?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457200" indent="-457200">
              <a:buFont typeface="+mj-lt"/>
              <a:buAutoNum type="alphaLcParenR"/>
            </a:pPr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70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ODD + ODD = EVEN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(This question has more than one solution)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 out how many?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Infinite</a:t>
            </a:r>
          </a:p>
        </p:txBody>
      </p:sp>
    </p:spTree>
    <p:extLst>
      <p:ext uri="{BB962C8B-B14F-4D97-AF65-F5344CB8AC3E}">
        <p14:creationId xmlns:p14="http://schemas.microsoft.com/office/powerpoint/2010/main" val="2675456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ODD + ODD = EVEN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(This question has more than one solution)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 out how many?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Infinite</a:t>
            </a:r>
          </a:p>
        </p:txBody>
      </p:sp>
    </p:spTree>
    <p:extLst>
      <p:ext uri="{BB962C8B-B14F-4D97-AF65-F5344CB8AC3E}">
        <p14:creationId xmlns:p14="http://schemas.microsoft.com/office/powerpoint/2010/main" val="1354580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 × 9 = DCBA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B=0, C=8, D=9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C=0, D=9</a:t>
            </a:r>
          </a:p>
        </p:txBody>
      </p:sp>
    </p:spTree>
    <p:extLst>
      <p:ext uri="{BB962C8B-B14F-4D97-AF65-F5344CB8AC3E}">
        <p14:creationId xmlns:p14="http://schemas.microsoft.com/office/powerpoint/2010/main" val="2832985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 × 9 = DCBA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A=1, B=0, C=8, D=9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C=0, D=9</a:t>
            </a:r>
          </a:p>
        </p:txBody>
      </p:sp>
    </p:spTree>
    <p:extLst>
      <p:ext uri="{BB962C8B-B14F-4D97-AF65-F5344CB8AC3E}">
        <p14:creationId xmlns:p14="http://schemas.microsoft.com/office/powerpoint/2010/main" val="189809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ABCDE × 4 = EDCBA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B=2, C=9, D=7,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D=7,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D=6,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D=8, E=6</a:t>
            </a:r>
          </a:p>
        </p:txBody>
      </p:sp>
    </p:spTree>
    <p:extLst>
      <p:ext uri="{BB962C8B-B14F-4D97-AF65-F5344CB8AC3E}">
        <p14:creationId xmlns:p14="http://schemas.microsoft.com/office/powerpoint/2010/main" val="79752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ABCDE × 4 = EDCBA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B=2, C=9, D=7,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A=2, B=1, C=9, D=7,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D=6,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A=2, B=1, C=9, D=8, E=6</a:t>
            </a:r>
          </a:p>
        </p:txBody>
      </p:sp>
    </p:spTree>
    <p:extLst>
      <p:ext uri="{BB962C8B-B14F-4D97-AF65-F5344CB8AC3E}">
        <p14:creationId xmlns:p14="http://schemas.microsoft.com/office/powerpoint/2010/main" val="21202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DEFABC = 6(ABCDEF)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D=5, E=7, F=8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D=5, E=8, F=7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D=7, E=5, F=8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D=8, E=5, F=7</a:t>
            </a:r>
          </a:p>
        </p:txBody>
      </p:sp>
    </p:spTree>
    <p:extLst>
      <p:ext uri="{BB962C8B-B14F-4D97-AF65-F5344CB8AC3E}">
        <p14:creationId xmlns:p14="http://schemas.microsoft.com/office/powerpoint/2010/main" val="3052669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DEFABC = 6(ABCDEF)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D=5, E=7, F=8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D=5, E=8, F=7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D=7, E=5, F=8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A=1, D=8, E=5, F=7</a:t>
            </a:r>
          </a:p>
        </p:txBody>
      </p:sp>
    </p:spTree>
    <p:extLst>
      <p:ext uri="{BB962C8B-B14F-4D97-AF65-F5344CB8AC3E}">
        <p14:creationId xmlns:p14="http://schemas.microsoft.com/office/powerpoint/2010/main" val="2950853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EAT + THAT = APPLE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P=2,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P=0,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P=0,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P=2, E=8</a:t>
            </a:r>
          </a:p>
        </p:txBody>
      </p:sp>
    </p:spTree>
    <p:extLst>
      <p:ext uri="{BB962C8B-B14F-4D97-AF65-F5344CB8AC3E}">
        <p14:creationId xmlns:p14="http://schemas.microsoft.com/office/powerpoint/2010/main" val="3379796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EAT + THAT = APPLE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P=2,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A=1, P=0,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P=0,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P=2, E=8</a:t>
            </a:r>
          </a:p>
        </p:txBody>
      </p:sp>
    </p:spTree>
    <p:extLst>
      <p:ext uri="{BB962C8B-B14F-4D97-AF65-F5344CB8AC3E}">
        <p14:creationId xmlns:p14="http://schemas.microsoft.com/office/powerpoint/2010/main" val="3847871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     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B C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×     D 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  F E C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D E C ×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--------------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H G B C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Find H+G+B+C?</a:t>
            </a:r>
          </a:p>
        </p:txBody>
      </p:sp>
    </p:spTree>
    <p:extLst>
      <p:ext uri="{BB962C8B-B14F-4D97-AF65-F5344CB8AC3E}">
        <p14:creationId xmlns:p14="http://schemas.microsoft.com/office/powerpoint/2010/main" val="12064063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     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 B C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×     D E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   F E C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D E C ×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--------------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      H G B C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 H+G+B+C = 17</a:t>
            </a:r>
          </a:p>
        </p:txBody>
      </p:sp>
    </p:spTree>
    <p:extLst>
      <p:ext uri="{BB962C8B-B14F-4D97-AF65-F5344CB8AC3E}">
        <p14:creationId xmlns:p14="http://schemas.microsoft.com/office/powerpoint/2010/main" val="38400309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USA + USSR = PEACE; Find P + E + A + C + E = 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9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07338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USA + USSR = PEACE; Find P + E + A + C + E = 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9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802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ABCDC – BEAAC = BADAD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A=5, E=7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A=6,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A=3, E=6</a:t>
            </a:r>
          </a:p>
        </p:txBody>
      </p:sp>
    </p:spTree>
    <p:extLst>
      <p:ext uri="{BB962C8B-B14F-4D97-AF65-F5344CB8AC3E}">
        <p14:creationId xmlns:p14="http://schemas.microsoft.com/office/powerpoint/2010/main" val="2319502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ABCDC – BEAAC = BADAD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E=6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A=5, E=7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A=6, E=8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A=3, E=6</a:t>
            </a:r>
          </a:p>
        </p:txBody>
      </p:sp>
    </p:spTree>
    <p:extLst>
      <p:ext uri="{BB962C8B-B14F-4D97-AF65-F5344CB8AC3E}">
        <p14:creationId xmlns:p14="http://schemas.microsoft.com/office/powerpoint/2010/main" val="13097735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9 × HATBOX = 4 × BOXHAT, What is the value of BOXHAT?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307692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769230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692307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769328</a:t>
            </a:r>
          </a:p>
        </p:txBody>
      </p:sp>
    </p:spTree>
    <p:extLst>
      <p:ext uri="{BB962C8B-B14F-4D97-AF65-F5344CB8AC3E}">
        <p14:creationId xmlns:p14="http://schemas.microsoft.com/office/powerpoint/2010/main" val="753468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9 × HATBOX = 4 × BOXHAT, What is the value of BOXHAT?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307692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769230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692307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769328</a:t>
            </a:r>
          </a:p>
        </p:txBody>
      </p:sp>
    </p:spTree>
    <p:extLst>
      <p:ext uri="{BB962C8B-B14F-4D97-AF65-F5344CB8AC3E}">
        <p14:creationId xmlns:p14="http://schemas.microsoft.com/office/powerpoint/2010/main" val="28311859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 A K E + A + C A K E = K A T E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C=3, E=7, T=1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A=8, C=1, E=7, T=3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A=0, C=2, E=1, T=3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A=1, C=9, E=3, T=8</a:t>
            </a:r>
          </a:p>
        </p:txBody>
      </p:sp>
    </p:spTree>
    <p:extLst>
      <p:ext uri="{BB962C8B-B14F-4D97-AF65-F5344CB8AC3E}">
        <p14:creationId xmlns:p14="http://schemas.microsoft.com/office/powerpoint/2010/main" val="2143165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T A K E + A + C A K E = K A T E 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C=3, E=7, T=1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A=8, C=1, E=7, T=3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A=0, C=2, E=1, T=3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A=1, C=9, E=3, T=8</a:t>
            </a:r>
          </a:p>
        </p:txBody>
      </p:sp>
    </p:spTree>
    <p:extLst>
      <p:ext uri="{BB962C8B-B14F-4D97-AF65-F5344CB8AC3E}">
        <p14:creationId xmlns:p14="http://schemas.microsoft.com/office/powerpoint/2010/main" val="35981943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 O + G U N + N O = H U N T, Find the value of H U N T?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1082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1802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1208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1280</a:t>
            </a:r>
          </a:p>
        </p:txBody>
      </p:sp>
    </p:spTree>
    <p:extLst>
      <p:ext uri="{BB962C8B-B14F-4D97-AF65-F5344CB8AC3E}">
        <p14:creationId xmlns:p14="http://schemas.microsoft.com/office/powerpoint/2010/main" val="34149165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N O + G U N + N O = H U N T, Find the value of H U N T?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1082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1802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1208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1280</a:t>
            </a:r>
          </a:p>
        </p:txBody>
      </p:sp>
    </p:spTree>
    <p:extLst>
      <p:ext uri="{BB962C8B-B14F-4D97-AF65-F5344CB8AC3E}">
        <p14:creationId xmlns:p14="http://schemas.microsoft.com/office/powerpoint/2010/main" val="152663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 E R E = C O M E S – S H E, Find the value of R + H + O: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05593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H E R E = C O M E S – S H E, Find the value of R + H + O: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4080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 A S E + B A L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= G A M E 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M=3, E=4, S=1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A=4, M=9, E=3, S=8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M=3, E=8, S=1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M=4, E=8, S=3</a:t>
            </a:r>
          </a:p>
        </p:txBody>
      </p:sp>
    </p:spTree>
    <p:extLst>
      <p:ext uri="{BB962C8B-B14F-4D97-AF65-F5344CB8AC3E}">
        <p14:creationId xmlns:p14="http://schemas.microsoft.com/office/powerpoint/2010/main" val="945014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B A S E + B A L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= G A M E 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M=3, E=4, S=1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A=4, M=9, E=3, S=8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M=3, E=8, S=1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A=9, M=4, E=8, S=3</a:t>
            </a:r>
          </a:p>
        </p:txBody>
      </p:sp>
    </p:spTree>
    <p:extLst>
      <p:ext uri="{BB962C8B-B14F-4D97-AF65-F5344CB8AC3E}">
        <p14:creationId xmlns:p14="http://schemas.microsoft.com/office/powerpoint/2010/main" val="753406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 A I T + A L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= G I F T S,  What is the value of G I F T S?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10975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10285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10473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10659</a:t>
            </a:r>
          </a:p>
        </p:txBody>
      </p:sp>
    </p:spTree>
    <p:extLst>
      <p:ext uri="{BB962C8B-B14F-4D97-AF65-F5344CB8AC3E}">
        <p14:creationId xmlns:p14="http://schemas.microsoft.com/office/powerpoint/2010/main" val="324751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W A I T + A L </a:t>
            </a:r>
            <a:r>
              <a:rPr lang="en-GB" sz="2400" dirty="0" err="1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= G I F T S,  What is the value of G I F T S?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10975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10285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10473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10659</a:t>
            </a:r>
          </a:p>
        </p:txBody>
      </p:sp>
    </p:spTree>
    <p:extLst>
      <p:ext uri="{BB962C8B-B14F-4D97-AF65-F5344CB8AC3E}">
        <p14:creationId xmlns:p14="http://schemas.microsoft.com/office/powerpoint/2010/main" val="20788995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 E N D + M O R E = M O N E Y,  What is the value of E &amp; N?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2, 3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3, 4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4, 5 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5, 6</a:t>
            </a:r>
          </a:p>
        </p:txBody>
      </p:sp>
    </p:spTree>
    <p:extLst>
      <p:ext uri="{BB962C8B-B14F-4D97-AF65-F5344CB8AC3E}">
        <p14:creationId xmlns:p14="http://schemas.microsoft.com/office/powerpoint/2010/main" val="2082024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226621" y="699505"/>
            <a:ext cx="1173875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CRYPTO MATHS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16. 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S E N D + M O R E = M O N E Y,  What is the value of E &amp; N?</a:t>
            </a:r>
          </a:p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2, 3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3, 4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4, 5 </a:t>
            </a:r>
          </a:p>
          <a:p>
            <a:pPr marL="457200" indent="-457200">
              <a:buFont typeface="+mj-lt"/>
              <a:buAutoNum type="alphaLcParenR"/>
            </a:pPr>
            <a:r>
              <a:rPr lang="en-GB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5, 6</a:t>
            </a:r>
          </a:p>
        </p:txBody>
      </p:sp>
    </p:spTree>
    <p:extLst>
      <p:ext uri="{BB962C8B-B14F-4D97-AF65-F5344CB8AC3E}">
        <p14:creationId xmlns:p14="http://schemas.microsoft.com/office/powerpoint/2010/main" val="6442395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F79CF-F5AF-10EA-4F28-798C0BC778AA}"/>
              </a:ext>
            </a:extLst>
          </p:cNvPr>
          <p:cNvSpPr txBox="1"/>
          <p:nvPr/>
        </p:nvSpPr>
        <p:spPr>
          <a:xfrm>
            <a:off x="-159327" y="2656656"/>
            <a:ext cx="11738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rgbClr val="FF000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THANK YOU   </a:t>
            </a:r>
            <a:endParaRPr lang="en-GB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99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2152</Words>
  <Application>Microsoft Office PowerPoint</Application>
  <PresentationFormat>Widescreen</PresentationFormat>
  <Paragraphs>355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satish kumar</cp:lastModifiedBy>
  <cp:revision>19</cp:revision>
  <dcterms:created xsi:type="dcterms:W3CDTF">2022-09-24T05:37:32Z</dcterms:created>
  <dcterms:modified xsi:type="dcterms:W3CDTF">2025-06-05T05:26:36Z</dcterms:modified>
</cp:coreProperties>
</file>